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Minuten für 500 km Reichweite</c:v>
                </c:pt>
              </c:strCache>
            </c:strRef>
          </c:tx>
          <c:spPr>
            <a:solidFill>
              <a:srgbClr val="949494"/>
            </a:solidFill>
            <a:effectLst/>
          </c:spPr>
          <c:invertIfNegative val="0"/>
          <c:dLbls>
            <c:numFmt formatCode="[&lt;2]0.0;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D1D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6CC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E-Auto, Schnelllader</c:v>
                  </c:pt>
                  <c:pt idx="1">
                    <c:v>Wasserstoff, Säule</c:v>
                  </c:pt>
                  <c:pt idx="2">
                    <c:v>Benziner</c:v>
                  </c:pt>
                  <c:pt idx="3">
                    <c:v>Norra, Kapselwechsel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5</c:v>
                </c:pt>
                <c:pt idx="2">
                  <c:v>4</c:v>
                </c:pt>
                <c:pt idx="3">
                  <c:v>1.5</c:v>
                </c:pt>
              </c:numCache>
            </c:numRef>
          </c:val>
        </c:ser>
        <c:dLbls>
          <c:numFmt formatCode="[&lt;2]0.0;0" sourceLinked="0"/>
          <c:txPr>
            <a:bodyPr/>
            <a:lstStyle/>
            <a:p>
              <a:pPr>
                <a:defRPr b="0" i="0" strike="noStrike" sz="1600" u="none">
                  <a:solidFill>
                    <a:srgbClr val="1D1D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D1D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1 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1524000"/>
            <a:ext cx="9110091" cy="203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5 chart-focu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711200"/>
            <a:ext cx="10972800" cy="1066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5E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5E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1524000"/>
            <a:ext cx="9110091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Norra: Wasserstoff tanken ohne Wasserstofftankstelle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rgbClr val="D6ECF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600" y="5080000"/>
            <a:ext cx="91100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Series-A-Pitch · Investorengespräch 2026 · alle Zahlen Beispieldaten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711200"/>
            <a:ext cx="10972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km nachladen dauert 90 Sekunden statt 35 Minuten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930400"/>
            <a:ext cx="1097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E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Minuten für 500 km Reichweite</a:t>
            </a:r>
            <a:endParaRPr lang="en-US" sz="1400" dirty="0"/>
          </a:p>
        </p:txBody>
      </p:sp>
      <p:graphicFrame>
        <p:nvGraphicFramePr>
          <p:cNvPr id="4" name="Chart 0" descr="Balken: Minuten für 500 km Reichweite. E-Auto am Schnelllader 35, Wasserstoffauto an der Säule 5, Benziner 4, Norra mit Kapselwechsel 1,5 (Beispieldaten)"/>
          <p:cNvGraphicFramePr/>
          <p:nvPr/>
        </p:nvGraphicFramePr>
        <p:xfrm>
          <a:off x="609600" y="2336800"/>
          <a:ext cx="10363200" cy="3352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810000" y="5130800"/>
            <a:ext cx="5384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6C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23-mal schneller als am Schnelllader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09600" y="59944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E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Norra-Messreihe 2026 (Beispieldaten)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5E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2026-09-25T19:38:36Z</dcterms:created>
  <dcterms:modified xsi:type="dcterms:W3CDTF">2026-09-25T19:38:36Z</dcterms:modified>
</cp:coreProperties>
</file>