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Minuten für 500 km Reichweite</c:v>
                </c:pt>
              </c:strCache>
            </c:strRef>
          </c:tx>
          <c:spPr>
            <a:solidFill>
              <a:srgbClr val="7A8A9A"/>
            </a:solidFill>
            <a:effectLst/>
          </c:spPr>
          <c:invertIfNegative val="0"/>
          <c:dLbls>
            <c:numFmt formatCode="[&lt;2]0.0;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A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68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E-Auto, Schnelllader</c:v>
                  </c:pt>
                  <c:pt idx="1">
                    <c:v>Wasserstoff, Säule</c:v>
                  </c:pt>
                  <c:pt idx="2">
                    <c:v>Benziner</c:v>
                  </c:pt>
                  <c:pt idx="3">
                    <c:v>Norra, Kapselwechsel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</c:v>
                </c:pt>
                <c:pt idx="2">
                  <c:v>4</c:v>
                </c:pt>
                <c:pt idx="3">
                  <c:v>1.5</c:v>
                </c:pt>
              </c:numCache>
            </c:numRef>
          </c:val>
        </c:ser>
        <c:dLbls>
          <c:numFmt formatCode="[&lt;2]0.0;0" sourceLinked="0"/>
          <c:txPr>
            <a:bodyPr/>
            <a:lstStyle/>
            <a:p>
              <a:pPr>
                <a:defRPr b="0" i="0" strike="noStrike" sz="1400" u="none">
                  <a:solidFill>
                    <a:srgbClr val="0A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A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1727200"/>
            <a:ext cx="5384775" cy="254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4 chart-rail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iches hellblaues Licht als Hintergrund, ohne Inh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1727200"/>
            <a:ext cx="5384775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Norra: Wasserstoff tanken</a:t>
            </a:r>
            <a:pPr algn="l" indent="0" marL="0">
              <a:buNone/>
            </a:pPr>
            <a:r>
              <a:rPr lang="en-US" sz="44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ohne Wasserstofftankstelle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4470400"/>
            <a:ext cx="53847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Series-A-Pitch · Investorengespräch 2026 · alle Zahlen Beispieldaten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32104" y="1524000"/>
            <a:ext cx="3928516" cy="3810000"/>
          </a:xfrm>
          <a:prstGeom prst="roundRect">
            <a:avLst>
              <a:gd name="adj" fmla="val 8000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38504" y="1828800"/>
            <a:ext cx="31157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4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Reichweite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38504" y="2057400"/>
            <a:ext cx="31157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km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38504" y="2540000"/>
            <a:ext cx="311571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38504" y="2641600"/>
            <a:ext cx="31157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4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Nachladen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38504" y="2870200"/>
            <a:ext cx="31157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Sekunden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738504" y="3352800"/>
            <a:ext cx="311571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38504" y="3454400"/>
            <a:ext cx="31157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4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Kapseln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38504" y="3683000"/>
            <a:ext cx="31157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3 kg Wasserstoff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738504" y="4165600"/>
            <a:ext cx="311571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38504" y="4267200"/>
            <a:ext cx="31157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4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38504" y="4495800"/>
            <a:ext cx="31157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39.900 €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km nachladen dauert 90 Sekunden statt 35 Minuten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930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Minuten für 500 km Reichweite</a:t>
            </a:r>
            <a:endParaRPr lang="en-US" sz="1400" dirty="0"/>
          </a:p>
        </p:txBody>
      </p:sp>
      <p:graphicFrame>
        <p:nvGraphicFramePr>
          <p:cNvPr id="4" name="Chart 0" descr="Balken: Minuten für 500 km Reichweite. E-Auto am Schnelllader 35, Wasserstoffauto an der Säule 5, Benziner 4, Norra mit Kapselwechsel 1,5 (Beispieldaten)"/>
          <p:cNvGraphicFramePr/>
          <p:nvPr/>
        </p:nvGraphicFramePr>
        <p:xfrm>
          <a:off x="609600" y="2336800"/>
          <a:ext cx="7247433" cy="3352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810000" y="51308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6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23-mal schneller</a:t>
            </a:r>
            <a:endParaRPr lang="en-US" sz="1800" dirty="0"/>
          </a:p>
        </p:txBody>
      </p:sp>
      <p:pic>
        <p:nvPicPr>
          <p:cNvPr id="6" name="Image 0" descr="Weiches hellblaues Licht hinter der Glasfläche, ohne Inh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033" y="2032000"/>
            <a:ext cx="3657600" cy="4064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060233" y="2540000"/>
            <a:ext cx="3522116" cy="1727200"/>
          </a:xfrm>
          <a:prstGeom prst="roundRect">
            <a:avLst>
              <a:gd name="adj" fmla="val 17647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365033" y="2844800"/>
            <a:ext cx="29125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heißt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365033" y="3200400"/>
            <a:ext cx="291251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Flottenautos stehen nicht mehr am Lader.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Norra-Messreihe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2026-09-25T19:41:45Z</dcterms:created>
  <dcterms:modified xsi:type="dcterms:W3CDTF">2026-09-25T19:41:45Z</dcterms:modified>
</cp:coreProperties>
</file>