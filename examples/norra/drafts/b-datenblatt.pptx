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Minuten für 500 km Reichweite</c:v>
                </c:pt>
              </c:strCache>
            </c:strRef>
          </c:tx>
          <c:spPr>
            <a:solidFill>
              <a:srgbClr val="7A8A9A"/>
            </a:solidFill>
            <a:effectLst/>
          </c:spPr>
          <c:invertIfNegative val="0"/>
          <c:dLbls>
            <c:numFmt formatCode="[&lt;2]0.0;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B25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8A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68B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E-Auto, Schnelllader</c:v>
                  </c:pt>
                  <c:pt idx="1">
                    <c:v>Wasserstoff, Säule</c:v>
                  </c:pt>
                  <c:pt idx="2">
                    <c:v>Benziner</c:v>
                  </c:pt>
                  <c:pt idx="3">
                    <c:v>Norra, Kapselwechsel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</c:v>
                </c:pt>
                <c:pt idx="2">
                  <c:v>4</c:v>
                </c:pt>
                <c:pt idx="3">
                  <c:v>1.5</c:v>
                </c:pt>
              </c:numCache>
            </c:numRef>
          </c:val>
        </c:ser>
        <c:dLbls>
          <c:numFmt formatCode="[&lt;2]0.0;0" sourceLinked="0"/>
          <c:txPr>
            <a:bodyPr/>
            <a:lstStyle/>
            <a:p>
              <a:pPr>
                <a:defRPr b="0" i="0" strike="noStrike" sz="1400" u="none">
                  <a:solidFill>
                    <a:srgbClr val="0B25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B25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1 cover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6316104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04 chart-rail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2235200"/>
            <a:ext cx="6316104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Norra: Wasserstoff tanken ohne Wasserstofftankstelle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09600" y="3962400"/>
            <a:ext cx="631610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Series-A-Pitch · Investorengespräch 2026 · alle Zahlen Beispieldaten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060233" y="2032000"/>
            <a:ext cx="35221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60233" y="2159000"/>
            <a:ext cx="35221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Reichweite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060233" y="23876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km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060233" y="2844800"/>
            <a:ext cx="35221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60233" y="2971800"/>
            <a:ext cx="35221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Nachladen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060233" y="32004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Sekunden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060233" y="3657600"/>
            <a:ext cx="35221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60233" y="3784600"/>
            <a:ext cx="35221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Kapseln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60233" y="40132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× 3 kg Wasserstoff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8060233" y="4470400"/>
            <a:ext cx="35221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60233" y="4597400"/>
            <a:ext cx="352211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Preis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060233" y="4826000"/>
            <a:ext cx="352211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39.900 €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60233" y="5283200"/>
            <a:ext cx="3522116" cy="0"/>
          </a:xfrm>
          <a:prstGeom prst="line">
            <a:avLst/>
          </a:prstGeom>
          <a:noFill/>
          <a:ln w="9525">
            <a:solidFill>
              <a:srgbClr val="A9BED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09600" y="812800"/>
            <a:ext cx="10972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km nachladen dauert 90 Sekunden statt 35 Minuten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09600" y="1981200"/>
            <a:ext cx="0" cy="2540000"/>
          </a:xfrm>
          <a:prstGeom prst="line">
            <a:avLst/>
          </a:prstGeom>
          <a:noFill/>
          <a:ln w="19050">
            <a:solidFill>
              <a:srgbClr val="1668B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12800" y="1981200"/>
            <a:ext cx="331891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heißt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36800"/>
            <a:ext cx="321731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B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Flottenautos stehen nicht mehr am Lader, sondern fahren.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266246" y="1981200"/>
            <a:ext cx="6316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Minuten für 500 km Reichweite</a:t>
            </a:r>
            <a:endParaRPr lang="en-US" sz="1200" dirty="0"/>
          </a:p>
        </p:txBody>
      </p:sp>
      <p:graphicFrame>
        <p:nvGraphicFramePr>
          <p:cNvPr id="7" name="Chart 0" descr="Balken: Minuten für 500 km Reichweite. E-Auto am Schnelllader 35, Wasserstoffauto an der Säule 5, Benziner 4, Norra mit Kapselwechsel 1,5 (Beispieldaten)"/>
          <p:cNvGraphicFramePr/>
          <p:nvPr/>
        </p:nvGraphicFramePr>
        <p:xfrm>
          <a:off x="5266246" y="2286000"/>
          <a:ext cx="6316104" cy="3403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09600" y="5994400"/>
            <a:ext cx="889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66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Quelle: Norra-Messreihe 2026 (Beispieldaten)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4400" y="6299200"/>
            <a:ext cx="508000" cy="2032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6607A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2026-09-25T19:38:36Z</dcterms:created>
  <dcterms:modified xsi:type="dcterms:W3CDTF">2026-09-25T19:38:36Z</dcterms:modified>
</cp:coreProperties>
</file>