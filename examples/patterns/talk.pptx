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Ausschuss</c:v>
                </c:pt>
              </c:strCache>
            </c:strRef>
          </c:tx>
          <c:spPr>
            <a:solidFill>
              <a:srgbClr val="94949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949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5E9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3.1</c:v>
                </c:pt>
                <c:pt idx="2">
                  <c:v>3.8</c:v>
                </c:pt>
                <c:pt idx="3">
                  <c:v>4.2</c:v>
                </c:pt>
                <c:pt idx="4">
                  <c:v>4.8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5 chart-foc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132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58674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3 key-numbe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132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58674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914400" y="4521200"/>
            <a:ext cx="5706504" cy="1219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14 statem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3683000"/>
            <a:ext cx="7247433" cy="812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58674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tzhalter für ein Foto aus Werk No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9600" y="4267200"/>
            <a:ext cx="6316104" cy="172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914400" y="4521200"/>
            <a:ext cx="5706504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 Nord wird günstiger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Ausschuss verdoppelt seit 2022</a:t>
            </a:r>
            <a:endParaRPr lang="en-US" sz="4000" dirty="0"/>
          </a:p>
        </p:txBody>
      </p:sp>
      <p:graphicFrame>
        <p:nvGraphicFramePr>
          <p:cNvPr id="3" name="Chart 0" descr="Säulen 2022 bis 2026, Ausschuss steigt von 2,4 auf 4,8 Prozent"/>
          <p:cNvGraphicFramePr/>
          <p:nvPr/>
        </p:nvGraphicFramePr>
        <p:xfrm>
          <a:off x="609600" y="2413000"/>
          <a:ext cx="109728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09600" y="56642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Qualitätsberichte 2022–2026 (Beispieldaten)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58674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kostet uns jährlich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2667000"/>
            <a:ext cx="7247433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0F5E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0,54 Mio. €</a:t>
            </a:r>
            <a:endParaRPr lang="en-US" sz="96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4191000"/>
            <a:ext cx="72474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 durch ungenutzte Abwärme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5664200"/>
            <a:ext cx="889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Energiecontrolling 2026 (Beispieldaten)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58674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latzhalter für ein Foto der Öf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3175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09600" y="3683000"/>
            <a:ext cx="7247433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Wärme ist schon da</a:t>
            </a:r>
            <a:endParaRPr lang="en-US" sz="4400" dirty="0"/>
          </a:p>
        </p:txBody>
      </p:sp>
      <p:sp>
        <p:nvSpPr>
          <p:cNvPr id="4" name="Text 1"/>
          <p:cNvSpPr txBox="1"/>
          <p:nvPr/>
        </p:nvSpPr>
        <p:spPr>
          <a:xfrm>
            <a:off x="609600" y="4699000"/>
            <a:ext cx="7247433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lassen sie entweichen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2026-09-25T18:19:30Z</dcterms:created>
  <dcterms:modified xsi:type="dcterms:W3CDTF">2026-09-25T18:19:30Z</dcterms:modified>
</cp:coreProperties>
</file>