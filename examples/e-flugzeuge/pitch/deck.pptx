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Distanz in km</c:v>
                </c:pt>
              </c:strCache>
            </c:strRef>
          </c:tx>
          <c:spPr>
            <a:solidFill>
              <a:srgbClr val="7A80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024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0175F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</c:v>
                </c:pt>
                <c:pt idx="1">
                  <c:v>35</c:v>
                </c:pt>
                <c:pt idx="2">
                  <c:v>60</c:v>
                </c:pt>
                <c:pt idx="3">
                  <c:v>92</c:v>
                </c:pt>
                <c:pt idx="4">
                  <c:v>130</c:v>
                </c:pt>
                <c:pt idx="5">
                  <c:v>165</c:v>
                </c:pt>
                <c:pt idx="6">
                  <c:v>190</c:v>
                </c:pt>
                <c:pt idx="7">
                  <c:v>212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024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0242B"/>
                    </a:solidFill>
                    <a:latin typeface="Calibri"/>
                  </a:defRPr>
                </a:pPr>
                <a:r>
                  <a:rPr sz="1400" b="0" i="0" u="none" strike="noStrike">
                    <a:solidFill>
                      <a:srgbClr val="20242B"/>
                    </a:solidFill>
                    <a:latin typeface="Calibri"/>
                  </a:rPr>
                  <a:t>Testflug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Marktvolumen in Mrd. €</c:v>
                </c:pt>
              </c:strCache>
            </c:strRef>
          </c:tx>
          <c:spPr>
            <a:solidFill>
              <a:srgbClr val="7A808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024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175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Regionalflüge Europa</c:v>
                  </c:pt>
                  <c:pt idx="1">
                    <c:v>davon unter 320 km</c:v>
                  </c:pt>
                  <c:pt idx="2">
                    <c:v>erreichbar bis 2032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8.4</c:v>
                </c:pt>
                <c:pt idx="2">
                  <c:v>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2024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Mittelverwendung in Mio. €</c:v>
                </c:pt>
              </c:strCache>
            </c:strRef>
          </c:tx>
          <c:spPr>
            <a:solidFill>
              <a:srgbClr val="B0175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024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7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08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Zulassung</c:v>
                  </c:pt>
                  <c:pt idx="1">
                    <c:v>Serienvorbereitung</c:v>
                  </c:pt>
                  <c:pt idx="2">
                    <c:v>Team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6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400" u="none">
                  <a:solidFill>
                    <a:srgbClr val="2024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0242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1422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Voltair: Elektroflug für Regionalstrecken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3657600"/>
            <a:ext cx="9753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Seed-Runde, Beispieldaten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Regionalflüge sind teuer, laut und klimaschädlich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625600"/>
            <a:ext cx="7315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Sitzkilometer kostet heute 14,2 ct.</a:t>
            </a:r>
            <a:endParaRPr lang="en-US" sz="20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Startlärm liegt bei 82 dB.</a:t>
            </a:r>
            <a:endParaRPr lang="en-US" sz="20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Passagier verursacht 112 g CO₂ je Kilometer.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19-Sitzer, der 320 Kilometer elektrisch fliegt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4000"/>
          <a:ext cx="6705600" cy="914400"/>
        </p:xfrm>
        <a:graphic>
          <a:graphicData uri="http://schemas.openxmlformats.org/drawingml/2006/table">
            <a:tbl>
              <a:tblPr/>
              <a:tblGrid>
                <a:gridCol w="4267200"/>
                <a:gridCol w="24384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Voltair EV-19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Sitzplätze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Reichweite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km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Ladezeit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Startlärm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 je Sitzkilometer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 ct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24800" y="1625600"/>
            <a:ext cx="3657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ersetzt den Turboprop auf Strecken bis 320 km.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Herstellerdaten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Prototyp flog 2026 erstmals 212 Kilometer</a:t>
            </a:r>
            <a:endParaRPr lang="en-US" sz="3200" dirty="0"/>
          </a:p>
        </p:txBody>
      </p:sp>
      <p:graphicFrame>
        <p:nvGraphicFramePr>
          <p:cNvPr id="3" name="Chart 0" descr="Flugdistanz der acht Testflüge in km: 18, 35, 60, 92, 130, 165, 190 und 212. Der letzte Flug ist hervorgehoben."/>
          <p:cNvGraphicFramePr/>
          <p:nvPr/>
        </p:nvGraphicFramePr>
        <p:xfrm>
          <a:off x="609600" y="1524000"/>
          <a:ext cx="670560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625600"/>
            <a:ext cx="33528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Testflüge, kein Ausfall.</a:t>
            </a:r>
            <a:endParaRPr lang="en-US" sz="20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320 km bis Ende 2027.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Flugtestprotokolle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Vierzig Prozent der Regionalflüge sind erreichbar</a:t>
            </a:r>
            <a:endParaRPr lang="en-US" sz="3200" dirty="0"/>
          </a:p>
        </p:txBody>
      </p:sp>
      <p:graphicFrame>
        <p:nvGraphicFramePr>
          <p:cNvPr id="3" name="Chart 0" descr="Marktvolumen in Mrd. Euro: Regionalflüge Europa 21, davon unter 320 km 8,4, erreichbar bis 2032: 1,1. Der erreichbare Teil ist hervorgehoben."/>
          <p:cNvGraphicFramePr/>
          <p:nvPr/>
        </p:nvGraphicFramePr>
        <p:xfrm>
          <a:off x="609600" y="1524000"/>
          <a:ext cx="6705600" cy="284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625600"/>
            <a:ext cx="335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 von 21 Mrd. € sind 40 %.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Marktmodell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verkaufen Flugzeuge und Wartung im Abo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4000"/>
          <a:ext cx="10972800" cy="914400"/>
        </p:xfrm>
        <a:graphic>
          <a:graphicData uri="http://schemas.openxmlformats.org/drawingml/2006/table">
            <a:tbl>
              <a:tblPr/>
              <a:tblGrid>
                <a:gridCol w="6096000"/>
                <a:gridCol w="2438400"/>
                <a:gridCol w="24384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Erlösquelle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Anteil 2032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Flugzeugverkauf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Wartungsabo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Ladeinfrastruktur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Geschäftsplan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Team aus Zulassung, Antrieb und Airline-Betrieb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400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Zuvor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024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 Keller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Geschäftsführung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Flugzeugbau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Jonas Weber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Antrieb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Batterieentwicklung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Selin Aydin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Zulassung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Luftfahrtbehörde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Unternehmensangaben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suchen 18 Millionen Euro für die Zulassung</a:t>
            </a:r>
            <a:endParaRPr lang="en-US" sz="3200" dirty="0"/>
          </a:p>
        </p:txBody>
      </p:sp>
      <p:graphicFrame>
        <p:nvGraphicFramePr>
          <p:cNvPr id="3" name="Chart 0" descr="Mittelverwendung in Mio. Euro: Zulassung 8, Serienvorbereitung 6, Team 4. Die Zulassung ist hervorgehoben."/>
          <p:cNvGraphicFramePr/>
          <p:nvPr/>
        </p:nvGraphicFramePr>
        <p:xfrm>
          <a:off x="609600" y="1524000"/>
          <a:ext cx="6705600" cy="264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625600"/>
            <a:ext cx="335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Zugelassen bis 2029, danach Serienstart.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Finanzplan Voltair,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Voltair, Seed-Runde (Beispieldaten)</dc:title>
  <dc:subject>PptxGenJS Presentation</dc:subject>
  <dc:creator>PptxGenJS</dc:creator>
  <cp:lastModifiedBy>PptxGenJS</cp:lastModifiedBy>
  <cp:revision>1</cp:revision>
  <dcterms:created xsi:type="dcterms:W3CDTF">2026-09-25T16:21:38Z</dcterms:created>
  <dcterms:modified xsi:type="dcterms:W3CDTF">2026-09-25T16:21:38Z</dcterms:modified>
</cp:coreProperties>
</file>