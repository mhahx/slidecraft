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Hinweis: Alle Zahlen dieser Keynote sind erfundene Beispieldaten.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Beispielnetz sind 34 % aller Flüge kürzer als 300 km. Das sind vor allem Regionalverbindungen zwischen Mittelstädten und Drehkreuzen. Erfundene Zahl.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und Steigflug verbrauchen den größten Teil der Energie. Auf kurzen Strecken verteilt sich dieser Anteil auf wenige Kilometer: im Beispiel 38 % mehr Kerosin je Sitzkilometer als auf mittlerer Strecke. Erfundene Zahl.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Beispielrechnung: 14,2 ct je Sitzkilometer beim Turboprop, 11,1 ct beim E-Flugzeug. Energie und Wartung sinken zusammen um 3,9 ct, das Kapital steigt um 0,8 ct. Erfundene Zahlen.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Startlärm liegt beim E-Flugzeug bei 67 dB, beim Turboprop bei 82 dB. Für Flughäfen in Stadtnähe ist das der zweite Vorteil neben den Kosten. Erfundene Zahlen.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Reichweite von 320 km enthält 45 Minuten Reserve. Jenseits davon bleibt der Turboprop das richtige Werkzeug. Erfundene Zahl.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Punktediagramm: 30 Strecken im Beispielnetz, 14 davon (gefüllt) liegen innerhalb von 320 km. Das sind 47 % der Strecken und 38 % der Passagiere. Erfundene Zahlen.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Vorschlag: vier Flugzeuge, zwei Flughäfen mit Schnelllader, drei Strecken. Budget im Beispiel 49,2 Mio. Euro. Erfundene Zahlen. Danach 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C2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032000"/>
            <a:ext cx="109728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4C2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nits">
    <p:bg>
      <p:bgPr>
        <a:solidFill>
          <a:srgbClr val="4C2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032000"/>
            <a:ext cx="1097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Fliegen ohne Kerosin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33528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Keynote, Beispieldaten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dritte Flug ist kürzer als 300 km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438400"/>
            <a:ext cx="447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34 %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1656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 Flüge unter 300 km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Beispieldaten (erfunden)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Flüge fressen das meiste Kerosin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438400"/>
            <a:ext cx="447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+38 %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1656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Kerosin je Sitzkilometer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Beispieldaten (erfunden)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Elektroantriebe sparen dort am meisten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438400"/>
            <a:ext cx="447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−22 %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1656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je Sitzkilometer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Beispieldaten (erfunden)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Startlärm sinkt um 15 Dezibel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438400"/>
            <a:ext cx="447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dB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1656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 82 dB beim Turboprop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Beispieldaten (erfunden)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Batterie setzt die Grenze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438400"/>
            <a:ext cx="447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 km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1656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Reichweite inklusive Reserve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Beispieldaten (erfunden)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Vierzehn von dreißig Strecken passen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6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60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24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352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416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80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44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08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7200" y="24384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00" y="28448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28448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2400" y="28448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844800"/>
            <a:ext cx="3048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35200" y="28448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600" y="28448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8000" y="28448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4400" y="28448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60800" y="28448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7200" y="28448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0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224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352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416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480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44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08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7200" y="3251200"/>
            <a:ext cx="304800" cy="3048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9600" y="39624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Strecken im Netz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Beispieldaten (erfunden)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starten 2028 mit dem Pilotbetrieb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438400"/>
            <a:ext cx="447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1656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E4D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Flugzeuge auf drei Strecken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Fliegen ohne Kerosin (Beispieldaten)</dc:title>
  <dc:subject>PptxGenJS Presentation</dc:subject>
  <dc:creator>PptxGenJS</dc:creator>
  <cp:lastModifiedBy>PptxGenJS</cp:lastModifiedBy>
  <cp:revision>1</cp:revision>
  <dcterms:created xsi:type="dcterms:W3CDTF">2026-09-25T16:19:43Z</dcterms:created>
  <dcterms:modified xsi:type="dcterms:W3CDTF">2026-09-25T16:19:43Z</dcterms:modified>
</cp:coreProperties>
</file>