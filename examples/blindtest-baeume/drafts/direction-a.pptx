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Begrüßung, Anlass benennen (Klimakonferenz der Stadt), eine Zeile zum Thema.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Beispielmessung Mittagszeit Hochsommer, Oberflächentemperatur beschattete vs. offene Straße. Zahl ausdrücklich als Beispielwert kennzeichnen, keine reale Messreihe.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24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19200" y="3810000"/>
            <a:ext cx="88900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19200" y="5461000"/>
            <a:ext cx="8890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5 chart-focus">
    <p:bg>
      <p:bgPr>
        <a:solidFill>
          <a:srgbClr val="24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1 timeline">
    <p:bg>
      <p:bgPr>
        <a:solidFill>
          <a:srgbClr val="24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3 key-numbers">
    <p:bg>
      <p:bgPr>
        <a:solidFill>
          <a:srgbClr val="24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4 statement">
    <p:bg>
      <p:bgPr>
        <a:solidFill>
          <a:srgbClr val="24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19200" y="3556000"/>
            <a:ext cx="9753600" cy="20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19200" y="3810000"/>
            <a:ext cx="8890000" cy="1524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5.000 neue Bäume für kühlere Straßen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19200" y="5461000"/>
            <a:ext cx="889000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Klimakonferenz der Stadt · Vorschlag für 2026–2030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19200" y="6070600"/>
            <a:ext cx="1524000" cy="38100"/>
          </a:xfrm>
          <a:prstGeom prst="rect">
            <a:avLst/>
          </a:prstGeom>
          <a:solidFill>
            <a:srgbClr val="D97B3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Baumkronen kühlen die Straße um 10 Grad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235200"/>
            <a:ext cx="4453446" cy="215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D97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°C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197575" y="2997200"/>
            <a:ext cx="5384775" cy="177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Unterschied Oberfläche: beschattet – offen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1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Beispieldaten zur Illustration, nicht real erhoben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2026-09-25T20:13:58Z</dcterms:created>
  <dcterms:modified xsi:type="dcterms:W3CDTF">2026-09-25T20:13:58Z</dcterms:modified>
</cp:coreProperties>
</file>