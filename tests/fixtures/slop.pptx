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levers cut operating cost by 18 percent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9905" y="1737360"/>
            <a:ext cx="10972800" cy="4297680"/>
          </a:xfrm>
          <a:prstGeom prst="roundRect">
            <a:avLst>
              <a:gd name="adj" fmla="val 4255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920240"/>
            <a:ext cx="3291840" cy="38404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1945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5204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contracts lower power prices.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3291840" cy="38404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21945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35204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moving parts lower maintenance.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291840" cy="38404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1945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35204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crews on short routes.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fleet flies cheaper, quieter and cleaner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9905" y="182880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3F4F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5" y="1828800"/>
            <a:ext cx="73152" cy="2926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84225" y="2194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-18 %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84225" y="3474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58945" y="182880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3F4F6"/>
          </a:solidFill>
          <a:ln/>
        </p:spPr>
      </p:sp>
      <p:sp>
        <p:nvSpPr>
          <p:cNvPr id="8" name="Shape 6"/>
          <p:cNvSpPr/>
          <p:nvPr/>
        </p:nvSpPr>
        <p:spPr>
          <a:xfrm>
            <a:off x="4358945" y="1828800"/>
            <a:ext cx="73152" cy="2926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633265" y="2194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-60 %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633265" y="3474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07985" y="182880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107985" y="1828800"/>
            <a:ext cx="73152" cy="2926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305" y="2194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g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382305" y="3474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in flight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 lead to scheduled service by 2028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9905" y="17373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5" y="1737360"/>
            <a:ext cx="91440" cy="1920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29945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29945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87745" y="17373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8" name="Shape 6"/>
          <p:cNvSpPr/>
          <p:nvPr/>
        </p:nvSpPr>
        <p:spPr>
          <a:xfrm>
            <a:off x="6187745" y="1737360"/>
            <a:ext cx="91440" cy="1920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507785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07785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route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9905" y="393192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905" y="3931920"/>
            <a:ext cx="91440" cy="1920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9945" y="4572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87745" y="393192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745" y="3931920"/>
            <a:ext cx="91440" cy="1920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507785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07785" y="4572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2026-09-25T17:42:05Z</dcterms:created>
  <dcterms:modified xsi:type="dcterms:W3CDTF">2026-09-25T17:42:05Z</dcterms:modified>
</cp:coreProperties>
</file>