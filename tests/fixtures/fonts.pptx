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09905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905" y="609905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Calibri and Cambria are drawn by substitutes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905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body text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09905" y="32004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Cambria body text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2026-09-25T16:04:25Z</dcterms:created>
  <dcterms:modified xsi:type="dcterms:W3CDTF">2026-09-25T16:04:25Z</dcterms:modified>
</cp:coreProperties>
</file>