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09905" y="609905"/>
            <a:ext cx="10972800" cy="914400"/>
          </a:xfrm>
          <a:prstGeom prst="rect">
            <a:avLst/>
          </a:prstGeom>
          <a:noFill/>
          <a:ln/>
        </p:spPr>
        <p:txBody>
          <a:bodyPr wrap="square" rtlCol="0"/>
          <a:lstStyle>
            <a:lvl1pPr algn="l" indent="0" marL="0">
              <a:buNone/>
              <a:defRPr lang="en-US" sz="2600" b="1" dirty="0">
                <a:solidFill>
                  <a:srgbClr val="1A1A1A"/>
                </a:solidFill>
                <a:latin typeface="Arial" pitchFamily="34" charset="0"/>
                <a:ea typeface="Arial" pitchFamily="34" charset="-122"/>
                <a:cs typeface="Arial" pitchFamily="34" charset="-120"/>
              </a:defRPr>
            </a:lvl1pPr>
          </a:lstStyle>
          <a:p>
            <a:pPr algn="l" indent="0" marL="0">
              <a:buNone/>
            </a:pPr>
            <a:endParaRPr lang="en-US" sz="2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09905" y="609905"/>
            <a:ext cx="10972800" cy="914400"/>
          </a:xfrm>
          <a:prstGeom prst="rect">
            <a:avLst/>
          </a:prstGeom>
          <a:noFill/>
          <a:ln/>
        </p:spPr>
        <p:txBody>
          <a:bodyPr wrap="square" rtlCol="0" anchor="t"/>
          <a:lstStyle/>
          <a:p>
            <a:pPr algn="l" indent="0" marL="0">
              <a:buNone/>
            </a:pPr>
            <a:r>
              <a:rPr lang="en-US" sz="2600" b="1" dirty="0">
                <a:solidFill>
                  <a:srgbClr val="1A1A1A"/>
                </a:solidFill>
                <a:latin typeface="Arial" pitchFamily="34" charset="0"/>
                <a:ea typeface="Arial" pitchFamily="34" charset="-122"/>
                <a:cs typeface="Arial" pitchFamily="34" charset="-120"/>
              </a:rPr>
              <a:t>This title is deliberately far too long so that it needs three full lines at twenty six points in the title area of the slide master, and it keeps going with more words until the third line is certainly reached</a:t>
            </a:r>
            <a:endParaRPr lang="en-US" sz="2600" dirty="0"/>
          </a:p>
        </p:txBody>
      </p:sp>
      <p:sp>
        <p:nvSpPr>
          <p:cNvPr id="3" name="Text 1"/>
          <p:cNvSpPr/>
          <p:nvPr/>
        </p:nvSpPr>
        <p:spPr>
          <a:xfrm>
            <a:off x="609905" y="2286000"/>
            <a:ext cx="3657600" cy="548640"/>
          </a:xfrm>
          <a:prstGeom prst="rect">
            <a:avLst/>
          </a:prstGeom>
          <a:noFill/>
          <a:ln/>
        </p:spPr>
        <p:txBody>
          <a:bodyPr wrap="square" rtlCol="0" anchor="t"/>
          <a:lstStyle/>
          <a:p>
            <a:pPr indent="0" marL="0">
              <a:buNone/>
            </a:pPr>
            <a:r>
              <a:rPr lang="en-US" sz="2000" dirty="0">
                <a:solidFill>
                  <a:srgbClr val="333333"/>
                </a:solidFill>
                <a:latin typeface="Arial" pitchFamily="34" charset="0"/>
                <a:ea typeface="Arial" pitchFamily="34" charset="-122"/>
                <a:cs typeface="Arial" pitchFamily="34" charset="-120"/>
              </a:rPr>
              <a:t>One two three four five six seven eight nine ten eleven twelve thirteen fourteen fifteen sixteen seventeen eighteen nineteen twenty twenty-one twenty-two twenty-three twenty-four twenty-five twenty-six twenty-seven twenty-eight</a:t>
            </a:r>
            <a:endParaRPr lang="en-US" sz="2000" dirty="0"/>
          </a:p>
        </p:txBody>
      </p:sp>
      <p:sp>
        <p:nvSpPr>
          <p:cNvPr id="4" name="Text 2"/>
          <p:cNvSpPr/>
          <p:nvPr/>
        </p:nvSpPr>
        <p:spPr>
          <a:xfrm>
            <a:off x="5486400" y="2286000"/>
            <a:ext cx="3657600" cy="548640"/>
          </a:xfrm>
          <a:prstGeom prst="rect">
            <a:avLst/>
          </a:prstGeom>
          <a:noFill/>
          <a:ln/>
        </p:spPr>
        <p:txBody>
          <a:bodyPr wrap="square" rtlCol="0" anchor="ctr"/>
          <a:lstStyle/>
          <a:p>
            <a:pPr indent="0" marL="0">
              <a:buNone/>
            </a:pPr>
            <a:r>
              <a:rPr lang="en-US" sz="2000" dirty="0">
                <a:solidFill>
                  <a:srgbClr val="333333"/>
                </a:solidFill>
                <a:latin typeface="Arial" pitchFamily="34" charset="0"/>
                <a:ea typeface="Arial" pitchFamily="34" charset="-122"/>
                <a:cs typeface="Arial" pitchFamily="34" charset="-120"/>
              </a:rPr>
              <a:t>Fits easily</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2026-09-25T16:04:25Z</dcterms:created>
  <dcterms:modified xsi:type="dcterms:W3CDTF">2026-09-25T16:04:25Z</dcterms:modified>
</cp:coreProperties>
</file>