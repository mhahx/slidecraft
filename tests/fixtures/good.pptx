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11</c:v>
                </c:pt>
                <c:pt idx="2">
                  <c:v>12.3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drives the 12 % revenue growth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905" y="1737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fell from 9 % to 6 % after the onboarding change.</a:t>
            </a:r>
            <a:endParaRPr lang="en-US" sz="1600" dirty="0"/>
          </a:p>
        </p:txBody>
      </p:sp>
      <p:graphicFrame>
        <p:nvGraphicFramePr>
          <p:cNvPr id="4" name="Chart 0" descr="Revenue 2023 to 2025 rises from 10 to 12.3"/>
          <p:cNvGraphicFramePr/>
          <p:nvPr/>
        </p:nvGraphicFramePr>
        <p:xfrm>
          <a:off x="6217920" y="17373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9905" y="5852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data,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levers explain most of the gain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905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and onboarding.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2026-09-25T15:57:29Z</dcterms:created>
  <dcterms:modified xsi:type="dcterms:W3CDTF">2026-09-25T15:57:29Z</dcterms:modified>
</cp:coreProperties>
</file>