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IN">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09905" y="609905"/>
            <a:ext cx="10972800" cy="914400"/>
          </a:xfrm>
          <a:prstGeom prst="rect">
            <a:avLst/>
          </a:prstGeom>
          <a:noFill/>
          <a:ln/>
        </p:spPr>
        <p:txBody>
          <a:bodyPr wrap="square" rtlCol="0"/>
          <a:lstStyle>
            <a:lvl1pPr algn="l" indent="0" marL="0">
              <a:buNone/>
              <a:defRPr lang="en-US" sz="2600" b="1" dirty="0">
                <a:solidFill>
                  <a:srgbClr val="1A1A1A"/>
                </a:solidFill>
                <a:latin typeface="Arial" pitchFamily="34" charset="0"/>
                <a:ea typeface="Arial" pitchFamily="34" charset="-122"/>
                <a:cs typeface="Arial" pitchFamily="34" charset="-120"/>
              </a:defRPr>
            </a:lvl1pPr>
          </a:lstStyle>
          <a:p>
            <a:pPr algn="l" indent="0" marL="0">
              <a:buNone/>
            </a:pPr>
            <a:endParaRPr lang="en-US" sz="2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609905" y="609905"/>
            <a:ext cx="10972800" cy="914400"/>
          </a:xfrm>
          <a:prstGeom prst="rect">
            <a:avLst/>
          </a:prstGeom>
          <a:noFill/>
          <a:ln/>
        </p:spPr>
        <p:txBody>
          <a:bodyPr wrap="square" rtlCol="0" anchor="t"/>
          <a:lstStyle/>
          <a:p>
            <a:pPr algn="l" indent="0" marL="0">
              <a:buNone/>
            </a:pPr>
            <a:r>
              <a:rPr lang="en-US" sz="2600" b="1" dirty="0">
                <a:solidFill>
                  <a:srgbClr val="1A1A1A"/>
                </a:solidFill>
                <a:latin typeface="Arial" pitchFamily="34" charset="0"/>
                <a:ea typeface="Arial" pitchFamily="34" charset="-122"/>
                <a:cs typeface="Arial" pitchFamily="34" charset="-120"/>
              </a:rPr>
              <a:t>Overview of results</a:t>
            </a:r>
            <a:endParaRPr lang="en-US" sz="2600" dirty="0"/>
          </a:p>
        </p:txBody>
      </p:sp>
      <p:sp>
        <p:nvSpPr>
          <p:cNvPr id="3" name="Text 1"/>
          <p:cNvSpPr/>
          <p:nvPr/>
        </p:nvSpPr>
        <p:spPr>
          <a:xfrm>
            <a:off x="609905" y="6309360"/>
            <a:ext cx="3657600" cy="274320"/>
          </a:xfrm>
          <a:prstGeom prst="rect">
            <a:avLst/>
          </a:prstGeom>
          <a:noFill/>
          <a:ln/>
        </p:spPr>
        <p:txBody>
          <a:bodyPr wrap="square" rtlCol="0" anchor="ctr"/>
          <a:lstStyle/>
          <a:p>
            <a:pPr indent="0" marL="0">
              <a:buNone/>
            </a:pPr>
            <a:r>
              <a:rPr lang="en-US" sz="800" dirty="0">
                <a:solidFill>
                  <a:srgbClr val="333333"/>
                </a:solidFill>
                <a:latin typeface="Arial" pitchFamily="34" charset="0"/>
                <a:ea typeface="Arial" pitchFamily="34" charset="-122"/>
                <a:cs typeface="Arial" pitchFamily="34" charset="-120"/>
              </a:rPr>
              <a:t>Tiny footnote text</a:t>
            </a:r>
            <a:endParaRPr lang="en-US" sz="800" dirty="0"/>
          </a:p>
        </p:txBody>
      </p:sp>
      <p:sp>
        <p:nvSpPr>
          <p:cNvPr id="4" name="Text 2"/>
          <p:cNvSpPr/>
          <p:nvPr/>
        </p:nvSpPr>
        <p:spPr>
          <a:xfrm>
            <a:off x="609905" y="1828800"/>
            <a:ext cx="3657600" cy="457200"/>
          </a:xfrm>
          <a:prstGeom prst="rect">
            <a:avLst/>
          </a:prstGeom>
          <a:noFill/>
          <a:ln/>
        </p:spPr>
        <p:txBody>
          <a:bodyPr wrap="square" rtlCol="0" anchor="ctr"/>
          <a:lstStyle/>
          <a:p>
            <a:pPr indent="0" marL="0">
              <a:buNone/>
            </a:pPr>
            <a:r>
              <a:rPr lang="en-US" sz="1800" dirty="0">
                <a:solidFill>
                  <a:srgbClr val="BFBFBF"/>
                </a:solidFill>
                <a:latin typeface="Comic Sans MS" pitchFamily="34" charset="0"/>
                <a:ea typeface="Comic Sans MS" pitchFamily="34" charset="-122"/>
                <a:cs typeface="Comic Sans MS" pitchFamily="34" charset="-120"/>
              </a:rPr>
              <a:t>Light grey body</a:t>
            </a:r>
            <a:endParaRPr lang="en-US" sz="1800" dirty="0"/>
          </a:p>
        </p:txBody>
      </p:sp>
      <p:sp>
        <p:nvSpPr>
          <p:cNvPr id="5" name="Text 3"/>
          <p:cNvSpPr/>
          <p:nvPr/>
        </p:nvSpPr>
        <p:spPr>
          <a:xfrm>
            <a:off x="609905" y="2560320"/>
            <a:ext cx="3657600" cy="457200"/>
          </a:xfrm>
          <a:prstGeom prst="rect">
            <a:avLst/>
          </a:prstGeom>
          <a:noFill/>
          <a:ln/>
        </p:spPr>
        <p:txBody>
          <a:bodyPr wrap="square" rtlCol="0" anchor="ctr"/>
          <a:lstStyle/>
          <a:p>
            <a:pPr indent="0" marL="0">
              <a:buNone/>
            </a:pPr>
            <a:r>
              <a:rPr lang="en-US" sz="1800" dirty="0">
                <a:solidFill>
                  <a:srgbClr val="333333"/>
                </a:solidFill>
                <a:latin typeface="Georgia" pitchFamily="34" charset="0"/>
                <a:ea typeface="Georgia" pitchFamily="34" charset="-122"/>
                <a:cs typeface="Georgia" pitchFamily="34" charset="-120"/>
              </a:rPr>
              <a:t>Georgia body 🚀</a:t>
            </a:r>
            <a:endParaRPr lang="en-US" sz="1800" dirty="0"/>
          </a:p>
        </p:txBody>
      </p:sp>
      <p:sp>
        <p:nvSpPr>
          <p:cNvPr id="6" name="Shape 4"/>
          <p:cNvSpPr/>
          <p:nvPr/>
        </p:nvSpPr>
        <p:spPr>
          <a:xfrm>
            <a:off x="5029200" y="1828800"/>
            <a:ext cx="1828800" cy="914400"/>
          </a:xfrm>
          <a:prstGeom prst="rect">
            <a:avLst/>
          </a:prstGeom>
          <a:solidFill>
            <a:srgbClr val="C00000"/>
          </a:solidFill>
          <a:ln/>
          <a:effectLst>
            <a:outerShdw sx="100000" sy="100000" kx="0" ky="0" algn="bl" rotWithShape="0" blurRad="76200" dist="38100" dir="2700000">
              <a:srgbClr val="000000">
                <a:alpha val="40000"/>
              </a:srgbClr>
            </a:outerShdw>
          </a:effectLst>
        </p:spPr>
      </p:sp>
      <p:sp>
        <p:nvSpPr>
          <p:cNvPr id="7" name="Shape 5"/>
          <p:cNvSpPr/>
          <p:nvPr/>
        </p:nvSpPr>
        <p:spPr>
          <a:xfrm>
            <a:off x="7315200" y="1828800"/>
            <a:ext cx="1828800" cy="914400"/>
          </a:xfrm>
          <a:prstGeom prst="rect">
            <a:avLst/>
          </a:prstGeom>
          <a:solidFill>
            <a:srgbClr val="2E8B57"/>
          </a:solidFill>
          <a:ln/>
        </p:spPr>
      </p:sp>
      <p:sp>
        <p:nvSpPr>
          <p:cNvPr id="8" name="Shape 6"/>
          <p:cNvSpPr/>
          <p:nvPr/>
        </p:nvSpPr>
        <p:spPr>
          <a:xfrm>
            <a:off x="10972800" y="3657600"/>
            <a:ext cx="1188720" cy="914400"/>
          </a:xfrm>
          <a:prstGeom prst="rect">
            <a:avLst/>
          </a:prstGeom>
          <a:solidFill>
            <a:srgbClr val="1F4E79"/>
          </a:solidFill>
          <a:ln/>
        </p:spPr>
      </p:sp>
      <p:pic>
        <p:nvPicPr>
          <p:cNvPr id="9" name="Image 0" descr="tests/fixtures/pixel.png">    </p:cNvPr>
          <p:cNvPicPr>
            <a:picLocks noChangeAspect="1"/>
          </p:cNvPicPr>
          <p:nvPr/>
        </p:nvPicPr>
        <p:blipFill>
          <a:blip r:embed="rId1"/>
          <a:stretch>
            <a:fillRect/>
          </a:stretch>
        </p:blipFill>
        <p:spPr>
          <a:xfrm>
            <a:off x="609905" y="3657600"/>
            <a:ext cx="1828800" cy="9144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09905" y="609905"/>
            <a:ext cx="10972800" cy="2743200"/>
          </a:xfrm>
          <a:prstGeom prst="rect">
            <a:avLst/>
          </a:prstGeom>
          <a:noFill/>
          <a:ln/>
        </p:spPr>
        <p:txBody>
          <a:bodyPr wrap="square" rtlCol="0" anchor="ctr"/>
          <a:lstStyle/>
          <a:p>
            <a:pPr indent="0" marL="0">
              <a:buNone/>
            </a:pPr>
            <a:r>
              <a:rPr lang="en-US" sz="1400" dirty="0">
                <a:solidFill>
                  <a:srgbClr val="333333"/>
                </a:solidFill>
                <a:latin typeface="Arial" pitchFamily="34" charset="0"/>
                <a:ea typeface="Arial" pitchFamily="34" charset="-122"/>
                <a:cs typeface="Arial" pitchFamily="34" charset="-120"/>
              </a:rPr>
              <a:t>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word </a:t>
            </a:r>
            <a:endParaRPr lang="en-US" sz="14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609905" y="4114800"/>
          <a:ext cx="5486400" cy="914400"/>
        </p:xfrm>
        <a:graphic>
          <a:graphicData uri="http://schemas.openxmlformats.org/drawingml/2006/table">
            <a:tbl>
              <a:tblPr/>
              <a:tblGrid>
                <a:gridCol w="2743200"/>
                <a:gridCol w="2743200"/>
              </a:tblGrid>
              <a:tr h="457200">
                <a:tc>
                  <a:txBody>
                    <a:bodyPr/>
                    <a:lstStyle/>
                    <a:p>
                      <a:pPr indent="0" marL="0">
                        <a:buNone/>
                      </a:pPr>
                      <a:r>
                        <a:rPr lang="en-US" sz="1400" dirty="0">
                          <a:solidFill>
                            <a:srgbClr val="333333"/>
                          </a:solidFill>
                          <a:latin typeface="Arial" pitchFamily="34" charset="0"/>
                          <a:ea typeface="Arial" pitchFamily="34" charset="-122"/>
                          <a:cs typeface="Arial" pitchFamily="34" charset="-120"/>
                        </a:rPr>
                        <a:t>A</a:t>
                      </a:r>
                      <a:endParaRPr lang="en-US" sz="1400" dirty="0">
                        <a:latin typeface="Arial" charset="0"/>
                        <a:ea typeface="Arial" charset="0"/>
                        <a:cs typeface="Arial" charset="0"/>
                      </a:endParaRPr>
                    </a:p>
                  </a:txBody>
                  <a:tcPr marL="91440" marR="91440" marT="45720" marB="45720">
                    <a:lnL w="0" cap="flat" cmpd="sng" algn="ctr">
                      <a:noFill/>
                    </a:lnL>
                    <a:lnR w="0" cap="flat" cmpd="sng" algn="ctr">
                      <a:noFill/>
                    </a:lnR>
                    <a:lnT w="0" cap="flat" cmpd="sng" algn="ctr">
                      <a:noFill/>
                    </a:lnT>
                    <a:lnB w="0" cap="flat" cmpd="sng" algn="ctr">
                      <a:noFill/>
                    </a:lnB>
                  </a:tcPr>
                </a:tc>
                <a:tc>
                  <a:txBody>
                    <a:bodyPr/>
                    <a:lstStyle/>
                    <a:p>
                      <a:pPr indent="0" marL="0">
                        <a:buNone/>
                      </a:pPr>
                      <a:r>
                        <a:rPr lang="en-US" sz="1400" dirty="0">
                          <a:solidFill>
                            <a:srgbClr val="333333"/>
                          </a:solidFill>
                          <a:latin typeface="Arial" pitchFamily="34" charset="0"/>
                          <a:ea typeface="Arial" pitchFamily="34" charset="-122"/>
                          <a:cs typeface="Arial" pitchFamily="34" charset="-120"/>
                        </a:rPr>
                        <a:t>B</a:t>
                      </a:r>
                      <a:endParaRPr lang="en-US" sz="1400" dirty="0">
                        <a:latin typeface="Arial" charset="0"/>
                        <a:ea typeface="Arial" charset="0"/>
                        <a:cs typeface="Arial" charset="0"/>
                      </a:endParaRPr>
                    </a:p>
                  </a:txBody>
                  <a:tcPr marL="91440" marR="91440" marT="45720" marB="45720">
                    <a:lnL w="0" cap="flat" cmpd="sng" algn="ctr">
                      <a:noFill/>
                    </a:lnL>
                    <a:lnR w="0" cap="flat" cmpd="sng" algn="ctr">
                      <a:noFill/>
                    </a:lnR>
                    <a:lnT w="0" cap="flat" cmpd="sng" algn="ctr">
                      <a:noFill/>
                    </a:lnT>
                    <a:lnB w="0" cap="flat" cmpd="sng" algn="ctr">
                      <a:noFill/>
                    </a:lnB>
                  </a:tcPr>
                </a:tc>
              </a:tr>
              <a:tr h="457200">
                <a:tc>
                  <a:txBody>
                    <a:bodyPr/>
                    <a:lstStyle/>
                    <a:p>
                      <a:pPr indent="0" marL="0">
                        <a:buNone/>
                      </a:pPr>
                      <a:r>
                        <a:rPr lang="en-US" sz="1400" dirty="0">
                          <a:solidFill>
                            <a:srgbClr val="333333"/>
                          </a:solidFill>
                          <a:latin typeface="Arial" pitchFamily="34" charset="0"/>
                          <a:ea typeface="Arial" pitchFamily="34" charset="-122"/>
                          <a:cs typeface="Arial" pitchFamily="34" charset="-120"/>
                        </a:rPr>
                        <a:t>1</a:t>
                      </a:r>
                      <a:endParaRPr lang="en-US" sz="1400" dirty="0">
                        <a:latin typeface="Arial" charset="0"/>
                        <a:ea typeface="Arial" charset="0"/>
                        <a:cs typeface="Arial" charset="0"/>
                      </a:endParaRPr>
                    </a:p>
                  </a:txBody>
                  <a:tcPr marL="91440" marR="91440" marT="45720" marB="45720">
                    <a:lnL w="0" cap="flat" cmpd="sng" algn="ctr">
                      <a:noFill/>
                    </a:lnL>
                    <a:lnR w="0" cap="flat" cmpd="sng" algn="ctr">
                      <a:noFill/>
                    </a:lnR>
                    <a:lnT w="0" cap="flat" cmpd="sng" algn="ctr">
                      <a:noFill/>
                    </a:lnT>
                    <a:lnB w="0" cap="flat" cmpd="sng" algn="ctr">
                      <a:noFill/>
                    </a:lnB>
                  </a:tcPr>
                </a:tc>
                <a:tc>
                  <a:txBody>
                    <a:bodyPr/>
                    <a:lstStyle/>
                    <a:p>
                      <a:pPr indent="0" marL="0">
                        <a:buNone/>
                      </a:pPr>
                      <a:r>
                        <a:rPr lang="en-US" sz="1400" dirty="0">
                          <a:solidFill>
                            <a:srgbClr val="333333"/>
                          </a:solidFill>
                          <a:latin typeface="Arial" pitchFamily="34" charset="0"/>
                          <a:ea typeface="Arial" pitchFamily="34" charset="-122"/>
                          <a:cs typeface="Arial" pitchFamily="34" charset="-120"/>
                        </a:rPr>
                        <a:t>2</a:t>
                      </a:r>
                      <a:endParaRPr lang="en-US" sz="1400" dirty="0">
                        <a:latin typeface="Arial" charset="0"/>
                        <a:ea typeface="Arial" charset="0"/>
                        <a:cs typeface="Arial" charset="0"/>
                      </a:endParaRPr>
                    </a:p>
                  </a:txBody>
                  <a:tcPr marL="91440" marR="91440" marT="45720" marB="45720">
                    <a:lnL w="0" cap="flat" cmpd="sng" algn="ctr">
                      <a:noFill/>
                    </a:lnL>
                    <a:lnR w="0" cap="flat" cmpd="sng" algn="ctr">
                      <a:noFill/>
                    </a:lnR>
                    <a:lnT w="0" cap="flat" cmpd="sng" algn="ctr">
                      <a:noFill/>
                    </a:lnT>
                    <a:lnB w="0" cap="flat" cmpd="sng" algn="ctr">
                      <a:noFill/>
                    </a:lnB>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2026-09-25T15:57:29Z</dcterms:created>
  <dcterms:modified xsi:type="dcterms:W3CDTF">2026-09-25T15:57:29Z</dcterms:modified>
</cp:coreProperties>
</file>