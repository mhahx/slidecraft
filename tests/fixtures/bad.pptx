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Lst>
  <p:notesMasterIdLst>
    <p:notesMasterId r:id="rId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notesMaster" Target="notesMasters/notesMaster1.xml"/><Relationship Id="rId5" Type="http://schemas.openxmlformats.org/officeDocument/2006/relationships/presProps" Target="presProps.xml"/><Relationship Id="rId6" Type="http://schemas.openxmlformats.org/officeDocument/2006/relationships/viewProps" Target="viewProps.xml"/><Relationship Id="rId7" Type="http://schemas.openxmlformats.org/officeDocument/2006/relationships/theme" Target="theme/theme1.xml"/><Relationship Id="rId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MAIN">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09905" y="609905"/>
            <a:ext cx="10972800" cy="914400"/>
          </a:xfrm>
          <a:prstGeom prst="rect">
            <a:avLst/>
          </a:prstGeom>
          <a:noFill/>
          <a:ln/>
        </p:spPr>
        <p:txBody>
          <a:bodyPr wrap="square" rtlCol="0"/>
          <a:lstStyle>
            <a:lvl1pPr algn="l" indent="0" marL="0">
              <a:buNone/>
              <a:defRPr lang="en-US" sz="2600" b="1" dirty="0">
                <a:solidFill>
                  <a:srgbClr val="1A1A1A"/>
                </a:solidFill>
                <a:latin typeface="Arial" pitchFamily="34" charset="0"/>
                <a:ea typeface="Arial" pitchFamily="34" charset="-122"/>
                <a:cs typeface="Arial" pitchFamily="34" charset="-120"/>
              </a:defRPr>
            </a:lvl1pPr>
          </a:lstStyle>
          <a:p>
            <a:pPr algn="l" indent="0" marL="0">
              <a:buNone/>
            </a:pPr>
            <a:endParaRPr lang="en-US" sz="2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09905" y="609905"/>
            <a:ext cx="10972800" cy="914400"/>
          </a:xfrm>
          <a:prstGeom prst="rect">
            <a:avLst/>
          </a:prstGeom>
          <a:noFill/>
          <a:ln/>
        </p:spPr>
        <p:txBody>
          <a:bodyPr wrap="square" rtlCol="0" anchor="t"/>
          <a:lstStyle/>
          <a:p>
            <a:pPr algn="l" indent="0" marL="0">
              <a:buNone/>
            </a:pPr>
            <a:r>
              <a:rPr lang="en-US" sz="2600" b="1" dirty="0">
                <a:solidFill>
                  <a:srgbClr val="1A1A1A"/>
                </a:solidFill>
                <a:latin typeface="Arial" pitchFamily="34" charset="0"/>
                <a:ea typeface="Arial" pitchFamily="34" charset="-122"/>
                <a:cs typeface="Arial" pitchFamily="34" charset="-120"/>
              </a:rPr>
              <a:t>Overview of results</a:t>
            </a:r>
            <a:endParaRPr lang="en-US" sz="2600" dirty="0"/>
          </a:p>
        </p:txBody>
      </p:sp>
      <p:sp>
        <p:nvSpPr>
          <p:cNvPr id="3" name="Text 1"/>
          <p:cNvSpPr/>
          <p:nvPr/>
        </p:nvSpPr>
        <p:spPr>
          <a:xfrm>
            <a:off x="609905" y="6309360"/>
            <a:ext cx="3657600" cy="274320"/>
          </a:xfrm>
          <a:prstGeom prst="rect">
            <a:avLst/>
          </a:prstGeom>
          <a:noFill/>
          <a:ln/>
        </p:spPr>
        <p:txBody>
          <a:bodyPr wrap="square" rtlCol="0" anchor="ctr"/>
          <a:lstStyle/>
          <a:p>
            <a:pPr indent="0" marL="0">
              <a:buNone/>
            </a:pPr>
            <a:r>
              <a:rPr lang="en-US" sz="800" dirty="0">
                <a:solidFill>
                  <a:srgbClr val="333333"/>
                </a:solidFill>
                <a:latin typeface="Arial" pitchFamily="34" charset="0"/>
                <a:ea typeface="Arial" pitchFamily="34" charset="-122"/>
                <a:cs typeface="Arial" pitchFamily="34" charset="-120"/>
              </a:rPr>
              <a:t>Tiny footnote text</a:t>
            </a:r>
            <a:endParaRPr lang="en-US" sz="800" dirty="0"/>
          </a:p>
        </p:txBody>
      </p:sp>
      <p:sp>
        <p:nvSpPr>
          <p:cNvPr id="4" name="Text 2"/>
          <p:cNvSpPr/>
          <p:nvPr/>
        </p:nvSpPr>
        <p:spPr>
          <a:xfrm>
            <a:off x="609905" y="1828800"/>
            <a:ext cx="3657600" cy="457200"/>
          </a:xfrm>
          <a:prstGeom prst="rect">
            <a:avLst/>
          </a:prstGeom>
          <a:noFill/>
          <a:ln/>
        </p:spPr>
        <p:txBody>
          <a:bodyPr wrap="square" rtlCol="0" anchor="ctr"/>
          <a:lstStyle/>
          <a:p>
            <a:pPr indent="0" marL="0">
              <a:buNone/>
            </a:pPr>
            <a:r>
              <a:rPr lang="en-US" sz="1800" dirty="0">
                <a:solidFill>
                  <a:srgbClr val="BFBFBF"/>
                </a:solidFill>
                <a:latin typeface="Comic Sans MS" pitchFamily="34" charset="0"/>
                <a:ea typeface="Comic Sans MS" pitchFamily="34" charset="-122"/>
                <a:cs typeface="Comic Sans MS" pitchFamily="34" charset="-120"/>
              </a:rPr>
              <a:t>Light grey body</a:t>
            </a:r>
            <a:endParaRPr lang="en-US" sz="1800" dirty="0"/>
          </a:p>
        </p:txBody>
      </p:sp>
      <p:sp>
        <p:nvSpPr>
          <p:cNvPr id="5" name="Text 3"/>
          <p:cNvSpPr/>
          <p:nvPr/>
        </p:nvSpPr>
        <p:spPr>
          <a:xfrm>
            <a:off x="609905" y="2560320"/>
            <a:ext cx="3657600" cy="457200"/>
          </a:xfrm>
          <a:prstGeom prst="rect">
            <a:avLst/>
          </a:prstGeom>
          <a:noFill/>
          <a:ln/>
        </p:spPr>
        <p:txBody>
          <a:bodyPr wrap="square" rtlCol="0" anchor="ctr"/>
          <a:lstStyle/>
          <a:p>
            <a:pPr indent="0" marL="0">
              <a:buNone/>
            </a:pPr>
            <a:r>
              <a:rPr lang="en-US" sz="1800" dirty="0">
                <a:solidFill>
                  <a:srgbClr val="333333"/>
                </a:solidFill>
                <a:latin typeface="Georgia" pitchFamily="34" charset="0"/>
                <a:ea typeface="Georgia" pitchFamily="34" charset="-122"/>
                <a:cs typeface="Georgia" pitchFamily="34" charset="-120"/>
              </a:rPr>
              <a:t>Georgia body 🚀</a:t>
            </a:r>
            <a:endParaRPr lang="en-US" sz="1800" dirty="0"/>
          </a:p>
        </p:txBody>
      </p:sp>
      <p:sp>
        <p:nvSpPr>
          <p:cNvPr id="6" name="Shape 4"/>
          <p:cNvSpPr/>
          <p:nvPr/>
        </p:nvSpPr>
        <p:spPr>
          <a:xfrm>
            <a:off x="5029200" y="1828800"/>
            <a:ext cx="1828800" cy="914400"/>
          </a:xfrm>
          <a:prstGeom prst="rect">
            <a:avLst/>
          </a:prstGeom>
          <a:solidFill>
            <a:srgbClr val="C00000"/>
          </a:solidFill>
          <a:ln/>
          <a:effectLst>
            <a:outerShdw sx="100000" sy="100000" kx="0" ky="0" algn="bl" rotWithShape="0" blurRad="76200" dist="38100" dir="2700000">
              <a:srgbClr val="000000">
                <a:alpha val="40000"/>
              </a:srgbClr>
            </a:outerShdw>
          </a:effectLst>
        </p:spPr>
      </p:sp>
      <p:sp>
        <p:nvSpPr>
          <p:cNvPr id="7" name="Shape 5"/>
          <p:cNvSpPr/>
          <p:nvPr/>
        </p:nvSpPr>
        <p:spPr>
          <a:xfrm>
            <a:off x="7315200" y="1828800"/>
            <a:ext cx="1828800" cy="914400"/>
          </a:xfrm>
          <a:prstGeom prst="rect">
            <a:avLst/>
          </a:prstGeom>
          <a:solidFill>
            <a:srgbClr val="2E8B57"/>
          </a:solidFill>
          <a:ln/>
        </p:spPr>
      </p:sp>
      <p:sp>
        <p:nvSpPr>
          <p:cNvPr id="8" name="Shape 6"/>
          <p:cNvSpPr/>
          <p:nvPr/>
        </p:nvSpPr>
        <p:spPr>
          <a:xfrm>
            <a:off x="10972800" y="3657600"/>
            <a:ext cx="1188720" cy="914400"/>
          </a:xfrm>
          <a:prstGeom prst="rect">
            <a:avLst/>
          </a:prstGeom>
          <a:solidFill>
            <a:srgbClr val="1F4E79"/>
          </a:solidFill>
          <a:ln/>
        </p:spPr>
      </p:sp>
      <p:pic>
        <p:nvPicPr>
          <p:cNvPr id="9" name="Image 0" descr="tests/fixtures/pixel.png">    </p:cNvPr>
          <p:cNvPicPr>
            <a:picLocks noChangeAspect="1"/>
          </p:cNvPicPr>
          <p:nvPr/>
        </p:nvPicPr>
        <p:blipFill>
          <a:blip r:embed="rId1"/>
          <a:stretch>
            <a:fillRect/>
          </a:stretch>
        </p:blipFill>
        <p:spPr>
          <a:xfrm>
            <a:off x="609905" y="3657600"/>
            <a:ext cx="1828800" cy="9144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609905" y="609905"/>
            <a:ext cx="10972800" cy="2743200"/>
          </a:xfrm>
          <a:prstGeom prst="rect">
            <a:avLst/>
          </a:prstGeom>
          <a:noFill/>
          <a:ln/>
        </p:spPr>
        <p:txBody>
          <a:bodyPr wrap="square" rtlCol="0" anchor="ctr"/>
          <a:lstStyle/>
          <a:p>
            <a:pPr indent="0" marL="0">
              <a:buNone/>
            </a:pPr>
            <a:r>
              <a:rPr lang="en-US" sz="1400" dirty="0">
                <a:solidFill>
                  <a:srgbClr val="333333"/>
                </a:solidFill>
                <a:latin typeface="Arial" pitchFamily="34" charset="0"/>
                <a:ea typeface="Arial" pitchFamily="34" charset="-122"/>
                <a:cs typeface="Arial" pitchFamily="34" charset="-120"/>
              </a:rPr>
              <a:t>word word word word word word word word word word word word word word word word word word word word word word word word word word word word word word word word word word word word word word word word word word word word word word word word word word word word word word word word word word word word word word word word word word word word word word word word word word word word word word word word word word word word word word word word word word word word word word word word word word word word word word word word word word word word word word word word word word word word word word word word word word word word word word word word word word word word word word word word word word word word word word word word word word word word word word </a:t>
            </a:r>
            <a:endParaRPr lang="en-US" sz="14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609905" y="4114800"/>
          <a:ext cx="5486400" cy="914400"/>
        </p:xfrm>
        <a:graphic>
          <a:graphicData uri="http://schemas.openxmlformats.org/drawingml/2006/table">
            <a:tbl>
              <a:tblPr/>
              <a:tblGrid>
                <a:gridCol w="2743200"/>
                <a:gridCol w="2743200"/>
              </a:tblGrid>
              <a:tr h="457200">
                <a:tc>
                  <a:txBody>
                    <a:bodyPr/>
                    <a:lstStyle/>
                    <a:p>
                      <a:pPr indent="0" marL="0">
                        <a:buNone/>
                      </a:pPr>
                      <a:r>
                        <a:rPr lang="en-US" sz="1400" dirty="0">
                          <a:solidFill>
                            <a:srgbClr val="333333"/>
                          </a:solidFill>
                          <a:latin typeface="Arial" pitchFamily="34" charset="0"/>
                          <a:ea typeface="Arial" pitchFamily="34" charset="-122"/>
                          <a:cs typeface="Arial" pitchFamily="34" charset="-120"/>
                        </a:rPr>
                        <a:t>A</a:t>
                      </a:r>
                      <a:endParaRPr lang="en-US" sz="1400" dirty="0">
                        <a:latin typeface="Arial" charset="0"/>
                        <a:ea typeface="Arial" charset="0"/>
                        <a:cs typeface="Arial" charset="0"/>
                      </a:endParaRPr>
                    </a:p>
                  </a:txBody>
                  <a:tcPr marL="91440" marR="91440" marT="45720" marB="45720">
                    <a:lnL w="0" cap="flat" cmpd="sng" algn="ctr">
                      <a:noFill/>
                    </a:lnL>
                    <a:lnR w="0" cap="flat" cmpd="sng" algn="ctr">
                      <a:noFill/>
                    </a:lnR>
                    <a:lnT w="0" cap="flat" cmpd="sng" algn="ctr">
                      <a:noFill/>
                    </a:lnT>
                    <a:lnB w="0" cap="flat" cmpd="sng" algn="ctr">
                      <a:noFill/>
                    </a:lnB>
                  </a:tcPr>
                </a:tc>
                <a:tc>
                  <a:txBody>
                    <a:bodyPr/>
                    <a:lstStyle/>
                    <a:p>
                      <a:pPr indent="0" marL="0">
                        <a:buNone/>
                      </a:pPr>
                      <a:r>
                        <a:rPr lang="en-US" sz="1400" dirty="0">
                          <a:solidFill>
                            <a:srgbClr val="333333"/>
                          </a:solidFill>
                          <a:latin typeface="Arial" pitchFamily="34" charset="0"/>
                          <a:ea typeface="Arial" pitchFamily="34" charset="-122"/>
                          <a:cs typeface="Arial" pitchFamily="34" charset="-120"/>
                        </a:rPr>
                        <a:t>B</a:t>
                      </a:r>
                      <a:endParaRPr lang="en-US" sz="1400" dirty="0">
                        <a:latin typeface="Arial" charset="0"/>
                        <a:ea typeface="Arial" charset="0"/>
                        <a:cs typeface="Arial" charset="0"/>
                      </a:endParaRPr>
                    </a:p>
                  </a:txBody>
                  <a:tcPr marL="91440" marR="91440" marT="45720" marB="45720">
                    <a:lnL w="0" cap="flat" cmpd="sng" algn="ctr">
                      <a:noFill/>
                    </a:lnL>
                    <a:lnR w="0" cap="flat" cmpd="sng" algn="ctr">
                      <a:noFill/>
                    </a:lnR>
                    <a:lnT w="0" cap="flat" cmpd="sng" algn="ctr">
                      <a:noFill/>
                    </a:lnT>
                    <a:lnB w="0" cap="flat" cmpd="sng" algn="ctr">
                      <a:noFill/>
                    </a:lnB>
                  </a:tcPr>
                </a:tc>
              </a:tr>
              <a:tr h="457200">
                <a:tc>
                  <a:txBody>
                    <a:bodyPr/>
                    <a:lstStyle/>
                    <a:p>
                      <a:pPr indent="0" marL="0">
                        <a:buNone/>
                      </a:pPr>
                      <a:r>
                        <a:rPr lang="en-US" sz="1400" dirty="0">
                          <a:solidFill>
                            <a:srgbClr val="333333"/>
                          </a:solidFill>
                          <a:latin typeface="Arial" pitchFamily="34" charset="0"/>
                          <a:ea typeface="Arial" pitchFamily="34" charset="-122"/>
                          <a:cs typeface="Arial" pitchFamily="34" charset="-120"/>
                        </a:rPr>
                        <a:t>1</a:t>
                      </a:r>
                      <a:endParaRPr lang="en-US" sz="1400" dirty="0">
                        <a:latin typeface="Arial" charset="0"/>
                        <a:ea typeface="Arial" charset="0"/>
                        <a:cs typeface="Arial" charset="0"/>
                      </a:endParaRPr>
                    </a:p>
                  </a:txBody>
                  <a:tcPr marL="91440" marR="91440" marT="45720" marB="45720">
                    <a:lnL w="0" cap="flat" cmpd="sng" algn="ctr">
                      <a:noFill/>
                    </a:lnL>
                    <a:lnR w="0" cap="flat" cmpd="sng" algn="ctr">
                      <a:noFill/>
                    </a:lnR>
                    <a:lnT w="0" cap="flat" cmpd="sng" algn="ctr">
                      <a:noFill/>
                    </a:lnT>
                    <a:lnB w="0" cap="flat" cmpd="sng" algn="ctr">
                      <a:noFill/>
                    </a:lnB>
                  </a:tcPr>
                </a:tc>
                <a:tc>
                  <a:txBody>
                    <a:bodyPr/>
                    <a:lstStyle/>
                    <a:p>
                      <a:pPr indent="0" marL="0">
                        <a:buNone/>
                      </a:pPr>
                      <a:r>
                        <a:rPr lang="en-US" sz="1400" dirty="0">
                          <a:solidFill>
                            <a:srgbClr val="333333"/>
                          </a:solidFill>
                          <a:latin typeface="Arial" pitchFamily="34" charset="0"/>
                          <a:ea typeface="Arial" pitchFamily="34" charset="-122"/>
                          <a:cs typeface="Arial" pitchFamily="34" charset="-120"/>
                        </a:rPr>
                        <a:t>2</a:t>
                      </a:r>
                      <a:endParaRPr lang="en-US" sz="1400" dirty="0">
                        <a:latin typeface="Arial" charset="0"/>
                        <a:ea typeface="Arial" charset="0"/>
                        <a:cs typeface="Arial" charset="0"/>
                      </a:endParaRPr>
                    </a:p>
                  </a:txBody>
                  <a:tcPr marL="91440" marR="91440" marT="45720" marB="45720">
                    <a:lnL w="0" cap="flat" cmpd="sng" algn="ctr">
                      <a:noFill/>
                    </a:lnL>
                    <a:lnR w="0" cap="flat" cmpd="sng" algn="ctr">
                      <a:noFill/>
                    </a:lnR>
                    <a:lnT w="0" cap="flat" cmpd="sng" algn="ctr">
                      <a:noFill/>
                    </a:lnT>
                    <a:lnB w="0" cap="flat" cmpd="sng" algn="ctr">
                      <a:noFill/>
                    </a:lnB>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vt:i4>
      </vt:variant>
    </vt:vector>
  </HeadingPairs>
  <TitlesOfParts>
    <vt:vector size="5" baseType="lpstr">
      <vt:lpstr>Arial</vt:lpstr>
      <vt:lpstr>Calibri</vt:lpstr>
      <vt:lpstr>Office Theme</vt:lpstr>
      <vt:lpstr>Slide 1</vt:lpstr>
      <vt:lpstr>Slide 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2026-09-25T16:04:25Z</dcterms:created>
  <dcterms:modified xsi:type="dcterms:W3CDTF">2026-09-25T16:04:25Z</dcterms:modified>
</cp:coreProperties>
</file>