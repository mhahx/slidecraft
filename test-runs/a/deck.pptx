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Entscheidungsvorschlag. Der Entwurf enthält bewusst keine Zahlen; eigene Beispiele des Teams ergänzen.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 jeder Zeile ein eigenes Beispiel aus dem Team nennen. Die Zeilen sind Hypothesen, keine gemessenen Befunde.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toolneutral: welches Produkt, klärt der Pilot. Kein Produktversprechen.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bleiben: Excel wird nicht abgeschafft, es verliert nur das Standardreporting.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Ehrlicher Hinweis: Ohne geklärte Kennzahlen-Definitionen hilft kein Tool. Das Tool löst kein Datenqualitätsproblem.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Entscheidung heute: Report wählen, Verantwortliche benennen.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0 numbered-row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9 before-af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7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1 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0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235200"/>
            <a:ext cx="72517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4 statement">
    <p:bg>
      <p:bgPr>
        <a:solidFill>
          <a:srgbClr val="0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235200"/>
            <a:ext cx="72517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235200"/>
            <a:ext cx="72517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Excel zum BI-Tool: Warum wir wechseln sollten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962400"/>
            <a:ext cx="725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Entscheidungsvorschlag für das Team · Entwurf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kostet uns Zeit und Vertrauen in Zahlen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6096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Belege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600" y="19812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600" y="1981200"/>
            <a:ext cx="50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19200" y="19812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80000" y="1981200"/>
            <a:ext cx="6502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Dateien, mehrere Wahrheiten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600" y="27940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2794000"/>
            <a:ext cx="50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19200" y="27940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Aktualisierung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80000" y="2794000"/>
            <a:ext cx="6502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Monat von Hand kopiert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9600" y="36068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" y="3606800"/>
            <a:ext cx="50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19200" y="36068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80000" y="3606800"/>
            <a:ext cx="6502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Formelfehler fallen erst spät auf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600" y="44196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600" y="4419600"/>
            <a:ext cx="50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19200" y="44196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80000" y="4419600"/>
            <a:ext cx="6502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Dateien werden langsam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9600" y="52324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BI-Tool schafft eine gemeinsame Datenbasis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6096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Belege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72690" y="1981200"/>
            <a:ext cx="445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in Excel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124700" y="1981200"/>
            <a:ext cx="445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BI-Tool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24384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600" y="24384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472690" y="2438400"/>
            <a:ext cx="4457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per Mail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07200" y="2794000"/>
            <a:ext cx="127000" cy="203200"/>
          </a:xfrm>
          <a:prstGeom prst="chevron">
            <a:avLst/>
          </a:prstGeom>
          <a:solidFill>
            <a:srgbClr val="5959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24700" y="2438400"/>
            <a:ext cx="4457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zentrale Quelle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600" y="33528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9600" y="33528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472690" y="3352800"/>
            <a:ext cx="4457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aktualisiert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07200" y="3708400"/>
            <a:ext cx="127000" cy="203200"/>
          </a:xfrm>
          <a:prstGeom prst="chevron">
            <a:avLst/>
          </a:prstGeom>
          <a:solidFill>
            <a:srgbClr val="5959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24700" y="3352800"/>
            <a:ext cx="4457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aktuell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600" y="42672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600" y="4267200"/>
            <a:ext cx="177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472690" y="4267200"/>
            <a:ext cx="4457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Formeln im Verborgenen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07200" y="4622800"/>
            <a:ext cx="127000" cy="203200"/>
          </a:xfrm>
          <a:prstGeom prst="chevron">
            <a:avLst/>
          </a:prstGeom>
          <a:solidFill>
            <a:srgbClr val="59595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24700" y="4267200"/>
            <a:ext cx="4457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Nachvollziehbare Logik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9600" y="51816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bleibt für Ad-hoc-Analysen, BI übernimmt Standardreports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6096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Belege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981200"/>
          <a:ext cx="10972800" cy="914400"/>
        </p:xfrm>
        <a:graphic>
          <a:graphicData uri="http://schemas.openxmlformats.org/drawingml/2006/table">
            <a:tbl>
              <a:tblPr/>
              <a:tblGrid>
                <a:gridCol w="6604000"/>
                <a:gridCol w="436880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Künftig 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Einmalige Analysen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Monatsreporting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BI-Tool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Team-Dashboards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BI-Tool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Prototypen für Kennzahlen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9600" y="59182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eigene Einschätzung, Stand 29.09.2026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kleiner Pilot senkt das Wechselrisiko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6096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Belege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600" y="3175000"/>
            <a:ext cx="1097280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609600" y="24892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3086100"/>
            <a:ext cx="177800" cy="17780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600" y="34798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Report auswählen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52800" y="24892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52800" y="3086100"/>
            <a:ext cx="177800" cy="17780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52800" y="34798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 BI-Tool bauen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96000" y="24892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96000" y="3086100"/>
            <a:ext cx="177800" cy="17780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96000" y="34798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testet und bewertet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839200" y="24892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39200" y="3086100"/>
            <a:ext cx="177800" cy="177800"/>
          </a:xfrm>
          <a:prstGeom prst="ellipse">
            <a:avLst/>
          </a:prstGeom>
          <a:solidFill>
            <a:srgbClr val="0F5C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39200" y="34798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über Rollout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9600" y="4876800"/>
            <a:ext cx="10972800" cy="711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2800" y="4876800"/>
            <a:ext cx="10566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Voraussetzung: einheitliche Kennzahlen-Definitionen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400" y="61722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235200"/>
            <a:ext cx="72517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starten mit einem Pilot auf einem Report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962400"/>
            <a:ext cx="7251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entscheiden: welcher Report, wer leitet den Pilot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 Excel zum BI-Tool</dc:title>
  <dc:subject>PptxGenJS Presentation</dc:subject>
  <dc:creator>Team</dc:creator>
  <cp:lastModifiedBy>Team</cp:lastModifiedBy>
  <cp:revision>1</cp:revision>
  <dcterms:created xsi:type="dcterms:W3CDTF">2026-09-29T15:40:24Z</dcterms:created>
  <dcterms:modified xsi:type="dcterms:W3CDTF">2026-09-29T15:40:24Z</dcterms:modified>
</cp:coreProperties>
</file>