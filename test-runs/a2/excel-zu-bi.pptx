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 nennen: Heute geht es um die Zustimmung zu einem Pilot, nicht um den kompletten Wechsel.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Eigene Beispiele aus dem Alltag nennen: welcher Bericht, wie oft, wie viele Dateien. Nur Erlebtes erzählen, keine Zahlen behaupten, die nicht belegt sind.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Entwurf: Hier gehört der echte Wert hin, z. B. aus einer einwöchigen Zeitmessung im Team. Vor dem Termin eintragen und die Quelle in der Fußzeile anpassen.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Einen konkreten Bericht als Beispiel zeigen: heute die Kette aus Export, Kopieren und Mail; mit BI liest der Bericht direkt aus der Quelle. Details zum Werkzeug bewusst weglassen.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 Einwand „ihr nehmt uns Excel weg“ direkt ansprechen: Excel bleibt das Werkzeug für die schnelle eigene Auswertung.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Bitte an das Team: Zustimmung zum Pilot heute. Umfang, Dauer und Erfolgskriterium gemeinsam festlegen; hier bewusst keine Wochenzahlen.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1 cover">
    <p:bg>
      <p:bgPr>
        <a:solidFill>
          <a:srgbClr val="E84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2377440"/>
            <a:ext cx="859536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14 statem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2103120"/>
            <a:ext cx="731520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13 key-number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609905"/>
            <a:ext cx="100584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9 before-af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609905"/>
            <a:ext cx="100584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11 time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609905"/>
            <a:ext cx="100584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2377440"/>
            <a:ext cx="8595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Excel zu BI: Vorschlag für einen Pilot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42062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Team-Meeting · September 2026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905" y="5760720"/>
            <a:ext cx="10972800" cy="0"/>
          </a:xfrm>
          <a:prstGeom prst="line">
            <a:avLst/>
          </a:prstGeom>
          <a:noFill/>
          <a:ln w="38100">
            <a:solidFill>
              <a:srgbClr val="1414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5" y="5646420"/>
            <a:ext cx="228600" cy="22860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53105" y="5646420"/>
            <a:ext cx="228600" cy="22860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6305" y="5646420"/>
            <a:ext cx="228600" cy="22860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39505" y="5646420"/>
            <a:ext cx="228600" cy="22860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2103120"/>
            <a:ext cx="7315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Berichte entstehen </a:t>
            </a:r>
            <a:pPr algn="l" indent="0" marL="0">
              <a:buNone/>
            </a:pPr>
            <a:r>
              <a:rPr lang="en-US" sz="44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Hand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4389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Kopieren, einfügen, prüfen.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609905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Excel-Berichte kosten Arbeitszeit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26517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84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[[Zahl: Std./Bericht]]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3840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Stunden je Monatsbericht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Entwurf, Zahl noch offen, Stand 29.09.2026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66830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Entwurf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609905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baut Berichte aus einer Quelle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27825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BI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310896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Viele Dateien per Mail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94960" y="4023360"/>
            <a:ext cx="1280160" cy="0"/>
          </a:xfrm>
          <a:prstGeom prst="line">
            <a:avLst/>
          </a:prstGeom>
          <a:noFill/>
          <a:ln w="38100">
            <a:solidFill>
              <a:srgbClr val="1414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80660" y="3909060"/>
            <a:ext cx="228600" cy="22860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60820" y="3909060"/>
            <a:ext cx="228600" cy="22860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27825" y="3108960"/>
            <a:ext cx="4754880" cy="1828800"/>
          </a:xfrm>
          <a:prstGeom prst="rect">
            <a:avLst/>
          </a:prstGeom>
          <a:solidFill>
            <a:srgbClr val="E8491D"/>
          </a:solidFill>
          <a:ln>
            <a:solidFill>
              <a:srgbClr val="E8491D"/>
            </a:solidFill>
          </a:ln>
        </p:spPr>
        <p:txBody>
          <a:bodyPr wrap="square" lIns="304800" tIns="304800" rIns="304800" bIns="3048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Quelle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4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2103120"/>
            <a:ext cx="7315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bleibt für schnelle Ad-hoc-Analysen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4389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übernimmt die Standardberichte.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609905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starten heute den Pilot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905" y="3840480"/>
            <a:ext cx="10972800" cy="0"/>
          </a:xfrm>
          <a:prstGeom prst="line">
            <a:avLst/>
          </a:prstGeom>
          <a:noFill/>
          <a:ln w="38100">
            <a:solidFill>
              <a:srgbClr val="1414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5" y="3726180"/>
            <a:ext cx="228600" cy="22860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9905" y="4251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Bericht wählen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353105" y="3726180"/>
            <a:ext cx="228600" cy="22860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53105" y="4251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Aufbauen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096305" y="3726180"/>
            <a:ext cx="228600" cy="22860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96305" y="4251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Vergleichen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839505" y="3726180"/>
            <a:ext cx="228600" cy="228600"/>
          </a:xfrm>
          <a:prstGeom prst="ellipse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39505" y="4251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Entscheiden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Von Excel zu BI: Vorschlag für einen Pilot</dc:title>
  <dc:subject>PptxGenJS Presentation</dc:subject>
  <dc:creator>PptxGenJS</dc:creator>
  <cp:lastModifiedBy>PptxGenJS</cp:lastModifiedBy>
  <cp:revision>1</cp:revision>
  <dcterms:created xsi:type="dcterms:W3CDTF">2026-09-29T16:07:38Z</dcterms:created>
  <dcterms:modified xsi:type="dcterms:W3CDTF">2026-09-29T16:07:38Z</dcterms:modified>
</cp:coreProperties>
</file>