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Basisszenario</c:v>
                </c:pt>
              </c:strCache>
            </c:strRef>
          </c:tx>
          <c:spPr>
            <a:solidFill>
              <a:srgbClr val="111111"/>
            </a:solidFill>
            <a:ln w="3810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-2.4</c:v>
                </c:pt>
                <c:pt idx="1">
                  <c:v>-1.62</c:v>
                </c:pt>
                <c:pt idx="2">
                  <c:v>-0.84</c:v>
                </c:pt>
                <c:pt idx="3">
                  <c:v>-0.06</c:v>
                </c:pt>
                <c:pt idx="4">
                  <c:v>0.72</c:v>
                </c:pt>
                <c:pt idx="5">
                  <c:v>1.5</c:v>
                </c:pt>
                <c:pt idx="6">
                  <c:v>2.28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Nachfrage stagniert</c:v>
                </c:pt>
              </c:strCache>
            </c:strRef>
          </c:tx>
          <c:spPr>
            <a:solidFill>
              <a:srgbClr val="767676"/>
            </a:solidFill>
            <a:ln w="38100" cap="flat">
              <a:solidFill>
                <a:srgbClr val="76767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67676"/>
              </a:solidFill>
              <a:ln w="9525" cap="flat">
                <a:solidFill>
                  <a:srgbClr val="7676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-2.4</c:v>
                </c:pt>
                <c:pt idx="1">
                  <c:v>-1.88</c:v>
                </c:pt>
                <c:pt idx="2">
                  <c:v>-1.36</c:v>
                </c:pt>
                <c:pt idx="3">
                  <c:v>-0.84</c:v>
                </c:pt>
                <c:pt idx="4">
                  <c:v>-0.32</c:v>
                </c:pt>
                <c:pt idx="5">
                  <c:v>0.2</c:v>
                </c:pt>
                <c:pt idx="6">
                  <c:v>0.72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-2.5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Entwurf B: Titelfolie.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Entwurf B: Schlüsselfolie Amortisation. Verlauf berechnet, linear ab Produktionsstart.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FFC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413000"/>
            <a:ext cx="8890000" cy="165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24130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Linie 2 freigeben, Rahmenschweißen auslagern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812800"/>
            <a:ext cx="538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Beiratsvorlage Q3 2026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45212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 über 2,4 Mio. € für die zweite Montagelinie. Kessler Lastenräder GmbH, Beirat.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Linie 2 amortisiert sich in 3,1 Jahren,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 stagnierender Nachfrage in 4,6 Jahren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15748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Kumulierter Nettobeitrag Linie 2 nach Investition, Mio. €, Jahre ab Produktionsstart (linear gerechnet)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09600" y="1981200"/>
            <a:ext cx="3517900" cy="3810000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2800" y="2184400"/>
            <a:ext cx="3111500" cy="360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für den Beschluss heißt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Basisszenario ist die Investition nach 3,1 Jahren zurückverdient (0,78 Mio. € pro Jahr).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weiteres Nachfragewachstum dauert es 4,6 Jahre (0,52 Mio. € pro Jahr).</a:t>
            </a:r>
            <a:endParaRPr lang="en-US" sz="1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Kasse von 5,1 Mio. € deckt die 2,4 Mio. €, die Kreditlinie von 2,0 Mio. € ist ungenutzt.</a:t>
            </a:r>
            <a:endParaRPr lang="en-US" sz="1400" dirty="0"/>
          </a:p>
        </p:txBody>
      </p:sp>
      <p:graphicFrame>
        <p:nvGraphicFramePr>
          <p:cNvPr id="7" name="Chart 0" descr="Liniendiagramm: kumulierter Nettobeitrag Linie 2 in Mio. Euro über sechs Jahre. Basisszenario erreicht Null nach 3,1 Jahren, bei stagnierender Nachfrage nach 4,6 Jahren."/>
          <p:cNvGraphicFramePr/>
          <p:nvPr/>
        </p:nvGraphicFramePr>
        <p:xfrm>
          <a:off x="4333240" y="1981200"/>
          <a:ext cx="534670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9756140" y="2057400"/>
            <a:ext cx="182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0,78 Mio. € pro Jahr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 Jahre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9756140" y="3200400"/>
            <a:ext cx="182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Stagnation: 0,52 Mio. € pro Jahr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 Jahre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09600" y="5918200"/>
            <a:ext cx="889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Szenariorechnung Controlling, 02.10.2026; Angebot Anlagenlieferant, 18.09.2026. Verlauf berechnet: −2,4 Mio. € Invest plus Nettobeitrag × Jahre.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11074400" y="6197600"/>
            <a:ext cx="50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Beiratsvorlage Kessler Lastenräder Q3 2026 (Entwurf B)</dc:title>
  <dc:subject>PptxGenJS Presentation</dc:subject>
  <dc:creator>PptxGenJS</dc:creator>
  <cp:lastModifiedBy>PptxGenJS</cp:lastModifiedBy>
  <cp:revision>1</cp:revision>
  <dcterms:created xsi:type="dcterms:W3CDTF">2026-09-29T16:37:52Z</dcterms:created>
  <dcterms:modified xsi:type="dcterms:W3CDTF">2026-09-29T16:37:52Z</dcterms:modified>
</cp:coreProperties>
</file>